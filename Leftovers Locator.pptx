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7"/>
  </p:notesMasterIdLst>
  <p:handoutMasterIdLst>
    <p:handoutMasterId r:id="rId18"/>
  </p:handoutMasterIdLst>
  <p:sldIdLst>
    <p:sldId id="312" r:id="rId5"/>
    <p:sldId id="304" r:id="rId6"/>
    <p:sldId id="323" r:id="rId7"/>
    <p:sldId id="282" r:id="rId8"/>
    <p:sldId id="315" r:id="rId9"/>
    <p:sldId id="324" r:id="rId10"/>
    <p:sldId id="325" r:id="rId11"/>
    <p:sldId id="326" r:id="rId12"/>
    <p:sldId id="328" r:id="rId13"/>
    <p:sldId id="329" r:id="rId14"/>
    <p:sldId id="330" r:id="rId15"/>
    <p:sldId id="297" r:id="rId16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>
        <p:scale>
          <a:sx n="75" d="100"/>
          <a:sy n="75" d="100"/>
        </p:scale>
        <p:origin x="974" y="125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IN" dirty="0"/>
              <a:t>Leftovers Locator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• Large amounts of food wasted in weddings &amp; events</a:t>
            </a:r>
          </a:p>
          <a:p>
            <a:r>
              <a:rPr lang="en-US" dirty="0"/>
              <a:t>• Orphanages &amp; shelters face food shortages</a:t>
            </a:r>
          </a:p>
          <a:p>
            <a:r>
              <a:rPr lang="en-US" dirty="0"/>
              <a:t>• No real-time public platform to connect both</a:t>
            </a:r>
          </a:p>
          <a:p>
            <a:r>
              <a:rPr lang="en-US" dirty="0"/>
              <a:t>• No system to track, book &amp; deliver leftover food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F811F55-1553-B38F-FD50-41CECC202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6602E-2A65-289E-F69E-9786EA2A6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B9C0D-AD1B-C561-2F48-658121322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Real-time geo-based web platform</a:t>
            </a:r>
          </a:p>
          <a:p>
            <a:r>
              <a:rPr lang="en-US" dirty="0"/>
              <a:t>• Hosts upload leftover food details</a:t>
            </a:r>
          </a:p>
          <a:p>
            <a:r>
              <a:rPr lang="en-US" dirty="0"/>
              <a:t>• NGOs can view &amp; book nearby food</a:t>
            </a:r>
          </a:p>
          <a:p>
            <a:r>
              <a:rPr lang="en-US" dirty="0"/>
              <a:t>• Volunteers assist in delivery</a:t>
            </a:r>
          </a:p>
          <a:p>
            <a:r>
              <a:rPr lang="en-US" dirty="0"/>
              <a:t>• Automatic status updates</a:t>
            </a:r>
          </a:p>
          <a:p>
            <a:endParaRPr lang="en-IN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9F7B62DA-99BA-B0D1-CC0F-5318284821C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28502" r="28502"/>
          <a:stretch>
            <a:fillRect/>
          </a:stretch>
        </p:blipFill>
        <p:spPr>
          <a:xfrm>
            <a:off x="7414194" y="410780"/>
            <a:ext cx="4344695" cy="6447220"/>
          </a:xfrm>
          <a:prstGeom prst="rect">
            <a:avLst/>
          </a:prstGeom>
          <a:solidFill>
            <a:srgbClr val="AAC3E8"/>
          </a:solidFill>
        </p:spPr>
      </p:pic>
    </p:spTree>
    <p:extLst>
      <p:ext uri="{BB962C8B-B14F-4D97-AF65-F5344CB8AC3E}">
        <p14:creationId xmlns:p14="http://schemas.microsoft.com/office/powerpoint/2010/main" val="1739795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Core Features - Role Based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/>
          <a:lstStyle/>
          <a:p>
            <a:r>
              <a:rPr lang="en-US" dirty="0"/>
              <a:t>• Host (Event Organizer)</a:t>
            </a:r>
          </a:p>
          <a:p>
            <a:r>
              <a:rPr lang="en-US" dirty="0"/>
              <a:t>• NGO / Orphanage</a:t>
            </a:r>
          </a:p>
          <a:p>
            <a:r>
              <a:rPr lang="en-US" dirty="0"/>
              <a:t>• Volunteer</a:t>
            </a:r>
          </a:p>
          <a:p>
            <a:r>
              <a:rPr lang="en-US" dirty="0"/>
              <a:t>• Secure login &amp; dashboard access</a:t>
            </a:r>
          </a:p>
          <a:p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IN" dirty="0"/>
              <a:t>Host Can Post Food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5911" y="2349909"/>
            <a:ext cx="7241200" cy="3398152"/>
          </a:xfrm>
        </p:spPr>
        <p:txBody>
          <a:bodyPr>
            <a:normAutofit/>
          </a:bodyPr>
          <a:lstStyle/>
          <a:p>
            <a:r>
              <a:rPr lang="en-US" dirty="0"/>
              <a:t>• Food Name</a:t>
            </a:r>
          </a:p>
          <a:p>
            <a:r>
              <a:rPr lang="en-US" dirty="0"/>
              <a:t>• Quantity (Serves how many people)</a:t>
            </a:r>
          </a:p>
          <a:p>
            <a:r>
              <a:rPr lang="en-US" dirty="0"/>
              <a:t>• Veg / Non-Veg</a:t>
            </a:r>
          </a:p>
          <a:p>
            <a:r>
              <a:rPr lang="en-US" dirty="0"/>
              <a:t>• Auto Location (GPS)</a:t>
            </a:r>
          </a:p>
          <a:p>
            <a:r>
              <a:rPr lang="en-US" dirty="0"/>
              <a:t>• Expiry Time</a:t>
            </a:r>
          </a:p>
          <a:p>
            <a:r>
              <a:rPr lang="en-US" dirty="0"/>
              <a:t>• Contact Number</a:t>
            </a:r>
          </a:p>
          <a:p>
            <a:r>
              <a:rPr lang="en-US" dirty="0"/>
              <a:t>• Status: Available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BB6F476-57D6-8854-0341-7484857CA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090" y="701675"/>
            <a:ext cx="5475864" cy="989473"/>
          </a:xfrm>
        </p:spPr>
        <p:txBody>
          <a:bodyPr/>
          <a:lstStyle/>
          <a:p>
            <a:r>
              <a:rPr lang="en-IN" dirty="0"/>
              <a:t>Geo-Location Integration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DDEFEEC-CE16-F66C-9405-45FDA958D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090" y="2143432"/>
            <a:ext cx="5475864" cy="3898551"/>
          </a:xfrm>
        </p:spPr>
        <p:txBody>
          <a:bodyPr/>
          <a:lstStyle/>
          <a:p>
            <a:r>
              <a:rPr lang="en-US" dirty="0"/>
              <a:t>• Browser GPS integration</a:t>
            </a:r>
          </a:p>
          <a:p>
            <a:r>
              <a:rPr lang="en-US" dirty="0"/>
              <a:t>• Store latitude &amp; longitude</a:t>
            </a:r>
          </a:p>
          <a:p>
            <a:r>
              <a:rPr lang="en-US" dirty="0"/>
              <a:t>• Display listings on live map</a:t>
            </a:r>
          </a:p>
          <a:p>
            <a:r>
              <a:rPr lang="en-US" dirty="0"/>
              <a:t>• Filter by nearby radius</a:t>
            </a:r>
          </a:p>
          <a:p>
            <a:endParaRPr lang="en-IN" dirty="0"/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804A6D2E-1B1B-BEEE-B0CF-E5C739A54B8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25948" r="25948"/>
          <a:stretch>
            <a:fillRect/>
          </a:stretch>
        </p:blipFill>
        <p:spPr>
          <a:xfrm>
            <a:off x="7414194" y="410780"/>
            <a:ext cx="4344695" cy="6447220"/>
          </a:xfrm>
          <a:prstGeom prst="rect">
            <a:avLst/>
          </a:prstGeom>
          <a:solidFill>
            <a:srgbClr val="AAC3E8"/>
          </a:solidFill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BB14BE-0FF8-7AC2-9AA1-2B24A2AD732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4575" y="457200"/>
            <a:ext cx="987425" cy="24447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150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E3416-14A6-B075-6B34-25FE0A2F7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61" y="634488"/>
            <a:ext cx="5437239" cy="928841"/>
          </a:xfrm>
        </p:spPr>
        <p:txBody>
          <a:bodyPr/>
          <a:lstStyle/>
          <a:p>
            <a:r>
              <a:rPr lang="en-IN" dirty="0"/>
              <a:t>Live Food Feed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27C2B-2535-F6E0-8876-BB24D8EF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111" y="1789471"/>
            <a:ext cx="6262657" cy="4252513"/>
          </a:xfrm>
        </p:spPr>
        <p:txBody>
          <a:bodyPr/>
          <a:lstStyle/>
          <a:p>
            <a:r>
              <a:rPr lang="en-US" dirty="0"/>
              <a:t>• Food title</a:t>
            </a:r>
          </a:p>
          <a:p>
            <a:r>
              <a:rPr lang="en-US" dirty="0"/>
              <a:t>• Serves count</a:t>
            </a:r>
          </a:p>
          <a:p>
            <a:r>
              <a:rPr lang="en-US" dirty="0"/>
              <a:t>• Distance from NGO</a:t>
            </a:r>
          </a:p>
          <a:p>
            <a:r>
              <a:rPr lang="en-US" dirty="0"/>
              <a:t>• Time remaining</a:t>
            </a:r>
          </a:p>
          <a:p>
            <a:r>
              <a:rPr lang="en-US" dirty="0"/>
              <a:t>• 'Book Now' button</a:t>
            </a:r>
          </a:p>
          <a:p>
            <a:endParaRPr lang="en-IN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C8437372-69ED-D68A-F873-C5B16A4ED4C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24726" r="24726"/>
          <a:stretch>
            <a:fillRect/>
          </a:stretch>
        </p:blipFill>
        <p:spPr>
          <a:xfrm>
            <a:off x="7414194" y="410780"/>
            <a:ext cx="4344695" cy="6447220"/>
          </a:xfrm>
          <a:prstGeom prst="rect">
            <a:avLst/>
          </a:prstGeom>
          <a:solidFill>
            <a:srgbClr val="AAC3E8"/>
          </a:solidFill>
        </p:spPr>
      </p:pic>
    </p:spTree>
    <p:extLst>
      <p:ext uri="{BB962C8B-B14F-4D97-AF65-F5344CB8AC3E}">
        <p14:creationId xmlns:p14="http://schemas.microsoft.com/office/powerpoint/2010/main" val="1817365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58B89E8-7F58-38FC-295F-2E60A6576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103" y="554222"/>
            <a:ext cx="5259554" cy="900952"/>
          </a:xfrm>
        </p:spPr>
        <p:txBody>
          <a:bodyPr/>
          <a:lstStyle/>
          <a:p>
            <a:r>
              <a:rPr lang="en-IN" dirty="0"/>
              <a:t>Booking Logic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57DF865-34E7-167F-0AB2-F8C9C7C72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103" y="1818968"/>
            <a:ext cx="5593851" cy="4223015"/>
          </a:xfrm>
        </p:spPr>
        <p:txBody>
          <a:bodyPr/>
          <a:lstStyle/>
          <a:p>
            <a:r>
              <a:rPr lang="en-US" dirty="0"/>
              <a:t>• NGO clicks 'Book'</a:t>
            </a:r>
          </a:p>
          <a:p>
            <a:r>
              <a:rPr lang="en-US" dirty="0"/>
              <a:t>• Status changes to 'Booked'</a:t>
            </a:r>
          </a:p>
          <a:p>
            <a:r>
              <a:rPr lang="en-US" dirty="0"/>
              <a:t>• </a:t>
            </a:r>
            <a:r>
              <a:rPr lang="en-US" dirty="0" err="1"/>
              <a:t>bookedBy</a:t>
            </a:r>
            <a:r>
              <a:rPr lang="en-US" dirty="0"/>
              <a:t> = NGO ID</a:t>
            </a:r>
          </a:p>
          <a:p>
            <a:r>
              <a:rPr lang="en-US" dirty="0"/>
              <a:t>• Hidden from available list</a:t>
            </a:r>
          </a:p>
          <a:p>
            <a:r>
              <a:rPr lang="en-US" dirty="0"/>
              <a:t>• Prevents duplicate booking</a:t>
            </a:r>
          </a:p>
          <a:p>
            <a:endParaRPr lang="en-IN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BC48891-5F4A-6B00-551C-C299173D5EE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0D1C6A-66AB-D1CB-530B-805A33321D9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4575" y="457200"/>
            <a:ext cx="987425" cy="471488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394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98DB0-1158-6DF9-23F2-6A41DAAD0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974" y="472255"/>
            <a:ext cx="6583680" cy="992752"/>
          </a:xfrm>
        </p:spPr>
        <p:txBody>
          <a:bodyPr/>
          <a:lstStyle/>
          <a:p>
            <a:r>
              <a:rPr lang="en-IN" dirty="0"/>
              <a:t>Volunteer Pickup (Optional MVP+)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188DD-525F-2B0D-BFE2-00820CBA9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974" y="1674434"/>
            <a:ext cx="6583680" cy="3207344"/>
          </a:xfrm>
        </p:spPr>
        <p:txBody>
          <a:bodyPr/>
          <a:lstStyle/>
          <a:p>
            <a:r>
              <a:rPr lang="en-US" dirty="0"/>
              <a:t>• Host selects 'Need delivery help'</a:t>
            </a:r>
          </a:p>
          <a:p>
            <a:r>
              <a:rPr lang="en-US" dirty="0"/>
              <a:t>• Volunteer dashboard shows request</a:t>
            </a:r>
          </a:p>
          <a:p>
            <a:r>
              <a:rPr lang="en-US" dirty="0"/>
              <a:t>• Volunteer clicks 'Accept'</a:t>
            </a:r>
          </a:p>
          <a:p>
            <a:r>
              <a:rPr lang="en-US" dirty="0"/>
              <a:t>• </a:t>
            </a:r>
            <a:r>
              <a:rPr lang="en-US" dirty="0" err="1"/>
              <a:t>volunteerId</a:t>
            </a:r>
            <a:r>
              <a:rPr lang="en-US" dirty="0"/>
              <a:t> assigned</a:t>
            </a:r>
          </a:p>
          <a:p>
            <a:r>
              <a:rPr lang="en-US" dirty="0"/>
              <a:t>• Status updated to Completed after delivery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4840B-A92E-B6E7-77F7-0B99C3A3F2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234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55D26-BD73-609C-3EC2-0DF43BCED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813" y="163009"/>
            <a:ext cx="6583680" cy="908707"/>
          </a:xfrm>
        </p:spPr>
        <p:txBody>
          <a:bodyPr/>
          <a:lstStyle/>
          <a:p>
            <a:r>
              <a:rPr lang="en-IN" dirty="0"/>
              <a:t>System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AE74D-80E0-DEBA-1FDF-F54B7D22E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813" y="1484671"/>
            <a:ext cx="7311267" cy="4557313"/>
          </a:xfrm>
        </p:spPr>
        <p:txBody>
          <a:bodyPr/>
          <a:lstStyle/>
          <a:p>
            <a:r>
              <a:rPr lang="en-US" dirty="0"/>
              <a:t>1. Host logs in</a:t>
            </a:r>
          </a:p>
          <a:p>
            <a:r>
              <a:rPr lang="en-US" dirty="0"/>
              <a:t>2. Host uploads leftover food</a:t>
            </a:r>
          </a:p>
          <a:p>
            <a:r>
              <a:rPr lang="en-US" dirty="0"/>
              <a:t>3. Listing appears on map</a:t>
            </a:r>
          </a:p>
          <a:p>
            <a:r>
              <a:rPr lang="en-US" dirty="0"/>
              <a:t>4. NGO books food</a:t>
            </a:r>
          </a:p>
          <a:p>
            <a:r>
              <a:rPr lang="en-US" dirty="0"/>
              <a:t>5. Status changes to Booked</a:t>
            </a:r>
          </a:p>
          <a:p>
            <a:r>
              <a:rPr lang="en-US" dirty="0"/>
              <a:t>6. Volunteer accepts (optional)</a:t>
            </a:r>
          </a:p>
          <a:p>
            <a:r>
              <a:rPr lang="en-US" dirty="0"/>
              <a:t>7. Status updated to Completed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743898-0575-5608-7D73-9C0DFCD2DE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029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B8B75-874B-92FA-7DA8-36D020FC1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135" y="291595"/>
            <a:ext cx="6583680" cy="839115"/>
          </a:xfrm>
        </p:spPr>
        <p:txBody>
          <a:bodyPr/>
          <a:lstStyle/>
          <a:p>
            <a:r>
              <a:rPr lang="en-IN" dirty="0"/>
              <a:t>Impact &amp;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1A881-62B0-1345-18A3-BF577BB89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034" y="1467956"/>
            <a:ext cx="6583680" cy="3207344"/>
          </a:xfrm>
        </p:spPr>
        <p:txBody>
          <a:bodyPr/>
          <a:lstStyle/>
          <a:p>
            <a:r>
              <a:rPr lang="en-US" dirty="0"/>
              <a:t>• Reduces food wastage</a:t>
            </a:r>
          </a:p>
          <a:p>
            <a:r>
              <a:rPr lang="en-US" dirty="0"/>
              <a:t>• Supports orphanages &amp; shelters</a:t>
            </a:r>
          </a:p>
          <a:p>
            <a:r>
              <a:rPr lang="en-US" dirty="0"/>
              <a:t>• Real-time coordination</a:t>
            </a:r>
          </a:p>
          <a:p>
            <a:r>
              <a:rPr lang="en-US" dirty="0"/>
              <a:t>• Encourages community volunteering</a:t>
            </a:r>
          </a:p>
          <a:p>
            <a:r>
              <a:rPr lang="en-US" dirty="0"/>
              <a:t>• Social impact &amp; sustainability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B6CD7A-1BC7-2225-4EC6-32CBCE9FA1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9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6620" y="2163097"/>
            <a:ext cx="4574458" cy="1012722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5"/>
            <a:ext cx="5715000" cy="238071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23B81A1203</a:t>
            </a:r>
          </a:p>
          <a:p>
            <a:r>
              <a:rPr lang="en-US" dirty="0"/>
              <a:t>23B81A1212</a:t>
            </a:r>
          </a:p>
          <a:p>
            <a:r>
              <a:rPr lang="en-US" dirty="0"/>
              <a:t>23B81A1224</a:t>
            </a:r>
          </a:p>
          <a:p>
            <a:r>
              <a:rPr lang="en-US" dirty="0"/>
              <a:t>23B81A1231</a:t>
            </a:r>
          </a:p>
          <a:p>
            <a:r>
              <a:rPr lang="en-US" dirty="0"/>
              <a:t>23B81A1253</a:t>
            </a:r>
          </a:p>
          <a:p>
            <a:r>
              <a:rPr lang="en-US" dirty="0"/>
              <a:t>23B81A1255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{AC15AA68-A665-40B4-A7EB-8227801EA0A4}TF8a9b5915-b8c7-461e-8cdd-693d48b5e32371f7b7e2_win32-4bf0b9a2ea37</Template>
  <TotalTime>28</TotalTime>
  <Words>316</Words>
  <Application>Microsoft Office PowerPoint</Application>
  <PresentationFormat>Widescreen</PresentationFormat>
  <Paragraphs>77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Sabon Next LT</vt:lpstr>
      <vt:lpstr>Custom</vt:lpstr>
      <vt:lpstr>Leftovers Locator</vt:lpstr>
      <vt:lpstr>Problem Statement</vt:lpstr>
      <vt:lpstr>Proposed Solution</vt:lpstr>
      <vt:lpstr>Core Features - Role Based Users</vt:lpstr>
      <vt:lpstr>Host Can Post Food</vt:lpstr>
      <vt:lpstr>Geo-Location Integration</vt:lpstr>
      <vt:lpstr>Live Food Feed</vt:lpstr>
      <vt:lpstr>Booking Logic</vt:lpstr>
      <vt:lpstr>Volunteer Pickup (Optional MVP+)</vt:lpstr>
      <vt:lpstr>System Flow</vt:lpstr>
      <vt:lpstr>Impact &amp; Benefits</vt:lpstr>
      <vt:lpstr>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BODDU HARSHAVARDHAN</dc:creator>
  <cp:lastModifiedBy>BODDU HARSHAVARDHAN</cp:lastModifiedBy>
  <cp:revision>2</cp:revision>
  <dcterms:created xsi:type="dcterms:W3CDTF">2026-02-25T07:15:35Z</dcterms:created>
  <dcterms:modified xsi:type="dcterms:W3CDTF">2026-02-25T07:44:18Z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